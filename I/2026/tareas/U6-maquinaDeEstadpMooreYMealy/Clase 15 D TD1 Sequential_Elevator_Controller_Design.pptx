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00"/>
            <a:ext cx="16256000" cy="886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