
<file path=[Content_Types].xml><?xml version="1.0" encoding="utf-8"?>
<Types xmlns="http://schemas.openxmlformats.org/package/2006/content-types">
  <Default Extension="bmp" ContentType="image/bmp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9" r:id="rId1"/>
  </p:sldMasterIdLst>
  <p:notesMasterIdLst>
    <p:notesMasterId r:id="rId15"/>
  </p:notesMasterIdLst>
  <p:handoutMasterIdLst>
    <p:handoutMasterId r:id="rId16"/>
  </p:handoutMasterIdLst>
  <p:sldIdLst>
    <p:sldId id="256" r:id="rId2"/>
    <p:sldId id="268" r:id="rId3"/>
    <p:sldId id="267" r:id="rId4"/>
    <p:sldId id="294" r:id="rId5"/>
    <p:sldId id="291" r:id="rId6"/>
    <p:sldId id="293" r:id="rId7"/>
    <p:sldId id="292" r:id="rId8"/>
    <p:sldId id="287" r:id="rId9"/>
    <p:sldId id="285" r:id="rId10"/>
    <p:sldId id="289" r:id="rId11"/>
    <p:sldId id="279" r:id="rId12"/>
    <p:sldId id="280" r:id="rId13"/>
    <p:sldId id="298" r:id="rId14"/>
  </p:sldIdLst>
  <p:sldSz cx="12192000" cy="6858000"/>
  <p:notesSz cx="6858000" cy="9144000"/>
  <p:defaultTextStyle>
    <a:defPPr rtl="0">
      <a:defRPr lang="es-E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3" d="100"/>
          <a:sy n="63" d="100"/>
        </p:scale>
        <p:origin x="804" y="7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3006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1EEE251C-9278-446E-94B4-A45D94CF926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7C8055FC-3474-47B3-9B4F-67BB1FF9F35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CCEC8C-C875-46FC-B5E4-D61A1C548497}" type="datetimeFigureOut">
              <a:rPr lang="es-ES" smtClean="0"/>
              <a:pPr/>
              <a:t>27/03/2026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45F96C8D-3E0E-4E49-B6AF-3B70D36C828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BCB9B36-4822-46B1-ACA8-0730FA8C1B5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09A7F6-A9F7-4200-B15A-0DDF77E80879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0787540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 dirty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6451A8-9F55-443A-B22B-91AD4434529B}" type="datetimeFigureOut">
              <a:rPr lang="es-ES" smtClean="0"/>
              <a:pPr/>
              <a:t>27/03/2026</a:t>
            </a:fld>
            <a:endParaRPr lang="es-ES" dirty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 dirty="0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noProof="0" dirty="0"/>
              <a:t>Editar estilos de texto del patrón</a:t>
            </a:r>
            <a:endParaRPr lang="es-ES" dirty="0"/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B58500-FC51-4538-819A-391D99492B7A}" type="slidenum">
              <a:rPr lang="es-ES" smtClean="0"/>
              <a:pPr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2315348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B58500-FC51-4538-819A-391D99492B7A}" type="slidenum">
              <a:rPr lang="es-ES" smtClean="0"/>
              <a:pPr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735957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B58500-FC51-4538-819A-391D99492B7A}" type="slidenum">
              <a:rPr lang="es-ES" smtClean="0"/>
              <a:pPr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735957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B58500-FC51-4538-819A-391D99492B7A}" type="slidenum">
              <a:rPr lang="es-ES" smtClean="0"/>
              <a:pPr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735957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B58500-FC51-4538-819A-391D99492B7A}" type="slidenum">
              <a:rPr lang="es-ES" smtClean="0"/>
              <a:pPr/>
              <a:t>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816717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B58500-FC51-4538-819A-391D99492B7A}" type="slidenum">
              <a:rPr lang="es-ES" smtClean="0"/>
              <a:pPr/>
              <a:t>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290287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B58500-FC51-4538-819A-391D99492B7A}" type="slidenum">
              <a:rPr lang="es-ES" smtClean="0"/>
              <a:pPr/>
              <a:t>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840744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B58500-FC51-4538-819A-391D99492B7A}" type="slidenum">
              <a:rPr lang="es-ES" smtClean="0"/>
              <a:pPr/>
              <a:t>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7564707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B58500-FC51-4538-819A-391D99492B7A}" type="slidenum">
              <a:rPr lang="es-ES" smtClean="0"/>
              <a:pPr/>
              <a:t>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3491826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B58500-FC51-4538-819A-391D99492B7A}" type="slidenum">
              <a:rPr lang="es-ES" smtClean="0"/>
              <a:pPr/>
              <a:t>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2750337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B58500-FC51-4538-819A-391D99492B7A}" type="slidenum">
              <a:rPr lang="es-ES" smtClean="0"/>
              <a:pPr/>
              <a:t>10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1298763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B58500-FC51-4538-819A-391D99492B7A}" type="slidenum">
              <a:rPr lang="es-ES" smtClean="0"/>
              <a:pPr/>
              <a:t>11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2712574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B58500-FC51-4538-819A-391D99492B7A}" type="slidenum">
              <a:rPr lang="es-ES" smtClean="0"/>
              <a:pPr/>
              <a:t>12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334864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B58500-FC51-4538-819A-391D99492B7A}" type="slidenum">
              <a:rPr lang="es-ES" smtClean="0"/>
              <a:pPr/>
              <a:t>13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749500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Imagen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upo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ángulo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13" name="Forma libre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14" name="Forma libre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15" name="Rectángulo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16" name="Forma libre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17" name="Forma libre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18" name="Forma libre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19" name="Forma libre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20" name="Forma libre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21" name="Forma libre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22" name="Forma libre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23" name="Forma libre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24" name="Forma libre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25" name="Forma libre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26" name="Forma libre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27" name="Forma libre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28" name="Forma libre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29" name="Forma libre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30" name="Forma libre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31" name="Forma libre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32" name="Forma libre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33" name="Forma libre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34" name="Forma libre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35" name="Forma libre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36" name="Forma libre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37" name="Forma libre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38" name="Forma libre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39" name="Forma libre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40" name="Rectángulo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41" name="Forma libre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42" name="Forma libre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43" name="Forma libre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44" name="Forma libre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45" name="Forma libre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46" name="Forma libre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47" name="Forma libre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48" name="Forma libre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49" name="Forma libre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50" name="Forma libre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51" name="Forma libre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52" name="Rectángulo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53" name="Forma libre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54" name="Forma libre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55" name="Forma libre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56" name="Forma libre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57" name="Forma libre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58" name="Forma libre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59" name="Forma libre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60" name="Forma libre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61" name="Forma libre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62" name="Forma libre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63" name="Forma libre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64" name="Forma libre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65" name="Forma libre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AR"/>
            </a:p>
          </p:txBody>
        </p:sp>
      </p:grp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rtlCol="0" anchor="b">
            <a:normAutofit/>
          </a:bodyPr>
          <a:lstStyle>
            <a:lvl1pPr algn="l">
              <a:defRPr sz="4800"/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1876424" y="3602038"/>
            <a:ext cx="8791575" cy="1655762"/>
          </a:xfrm>
        </p:spPr>
        <p:txBody>
          <a:bodyPr rtlCol="0"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s-ES" noProof="0"/>
              <a:t>Haga clic para editar el estilo de subtítulo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 rtlCol="0"/>
          <a:lstStyle/>
          <a:p>
            <a:pPr rtl="0"/>
            <a:fld id="{B4B42CC5-A37F-479C-BB89-93782537C5C2}" type="datetime1">
              <a:rPr lang="es-ES" noProof="0" smtClean="0"/>
              <a:pPr rtl="0"/>
              <a:t>27/03/2026</a:t>
            </a:fld>
            <a:endParaRPr lang="es-ES" noProof="0"/>
          </a:p>
        </p:txBody>
      </p:sp>
      <p:sp>
        <p:nvSpPr>
          <p:cNvPr id="5" name="Marcador de posición de pie de página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 rtlCol="0"/>
          <a:lstStyle/>
          <a:p>
            <a:pPr rtl="0"/>
            <a:fld id="{6D22F896-40B5-4ADD-8801-0D06FADFA095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4214254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posición de contenido 2"/>
          <p:cNvSpPr>
            <a:spLocks noGrp="1"/>
          </p:cNvSpPr>
          <p:nvPr>
            <p:ph idx="1" hasCustomPrompt="1"/>
          </p:nvPr>
        </p:nvSpPr>
        <p:spPr/>
        <p:txBody>
          <a:bodyPr rtlCol="0"/>
          <a:lstStyle/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AF887F4-C29B-48B9-BDC1-98C5FCB6A07F}" type="datetime1">
              <a:rPr lang="es-ES" noProof="0" smtClean="0"/>
              <a:pPr rtl="0"/>
              <a:t>27/03/2026</a:t>
            </a:fld>
            <a:endParaRPr lang="es-ES" noProof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40088080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rtlCol="0" anchor="b">
            <a:normAutofit/>
          </a:bodyPr>
          <a:lstStyle>
            <a:lvl1pPr>
              <a:defRPr sz="3600"/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posición de texto 2"/>
          <p:cNvSpPr>
            <a:spLocks noGrp="1"/>
          </p:cNvSpPr>
          <p:nvPr>
            <p:ph type="body" idx="1" hasCustomPrompt="1"/>
          </p:nvPr>
        </p:nvSpPr>
        <p:spPr>
          <a:xfrm>
            <a:off x="1141411" y="4424362"/>
            <a:ext cx="9906000" cy="1374776"/>
          </a:xfrm>
        </p:spPr>
        <p:txBody>
          <a:bodyPr rtlCol="0"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s-ES" noProof="0"/>
              <a:t>Editar estilos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2DD4354-610D-40D5-AEB6-3A793CD516D2}" type="datetime1">
              <a:rPr lang="es-ES" noProof="0" smtClean="0"/>
              <a:pPr rtl="0"/>
              <a:t>27/03/2026</a:t>
            </a:fld>
            <a:endParaRPr lang="es-ES" noProof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4742793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posición de contenido 2"/>
          <p:cNvSpPr>
            <a:spLocks noGrp="1"/>
          </p:cNvSpPr>
          <p:nvPr>
            <p:ph sz="half" idx="1" hasCustomPrompt="1"/>
          </p:nvPr>
        </p:nvSpPr>
        <p:spPr>
          <a:xfrm>
            <a:off x="1141410" y="2249486"/>
            <a:ext cx="4878389" cy="3541714"/>
          </a:xfrm>
        </p:spPr>
        <p:txBody>
          <a:bodyPr rtlCol="0"/>
          <a:lstStyle/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posición de contenido 3"/>
          <p:cNvSpPr>
            <a:spLocks noGrp="1"/>
          </p:cNvSpPr>
          <p:nvPr>
            <p:ph sz="half" idx="2" hasCustomPrompt="1"/>
          </p:nvPr>
        </p:nvSpPr>
        <p:spPr>
          <a:xfrm>
            <a:off x="6172200" y="2249486"/>
            <a:ext cx="4875211" cy="3541714"/>
          </a:xfrm>
        </p:spPr>
        <p:txBody>
          <a:bodyPr rtlCol="0"/>
          <a:lstStyle/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6E701CA-C3B4-4331-83CC-2F0A47CA6E57}" type="datetime1">
              <a:rPr lang="es-ES" noProof="0" smtClean="0"/>
              <a:pPr rtl="0"/>
              <a:t>27/03/2026</a:t>
            </a:fld>
            <a:endParaRPr lang="es-ES" noProof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016150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posición de texto 2"/>
          <p:cNvSpPr>
            <a:spLocks noGrp="1"/>
          </p:cNvSpPr>
          <p:nvPr>
            <p:ph type="body" idx="1" hasCustomPrompt="1"/>
          </p:nvPr>
        </p:nvSpPr>
        <p:spPr>
          <a:xfrm>
            <a:off x="1141411" y="2249486"/>
            <a:ext cx="4878392" cy="823912"/>
          </a:xfrm>
        </p:spPr>
        <p:txBody>
          <a:bodyPr rtlCol="0"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Editar estilos de texto del patrón</a:t>
            </a:r>
          </a:p>
        </p:txBody>
      </p:sp>
      <p:sp>
        <p:nvSpPr>
          <p:cNvPr id="4" name="Marcador de posición de contenido 3"/>
          <p:cNvSpPr>
            <a:spLocks noGrp="1"/>
          </p:cNvSpPr>
          <p:nvPr>
            <p:ph sz="half" idx="2" hasCustomPrompt="1"/>
          </p:nvPr>
        </p:nvSpPr>
        <p:spPr>
          <a:xfrm>
            <a:off x="1141410" y="3073397"/>
            <a:ext cx="4878391" cy="2717801"/>
          </a:xfrm>
        </p:spPr>
        <p:txBody>
          <a:bodyPr rtlCol="0"/>
          <a:lstStyle/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5" name="Marcador de posición de texto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2249485"/>
            <a:ext cx="4875210" cy="823912"/>
          </a:xfrm>
        </p:spPr>
        <p:txBody>
          <a:bodyPr rtlCol="0"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Editar estilos de texto del patrón</a:t>
            </a:r>
          </a:p>
        </p:txBody>
      </p:sp>
      <p:sp>
        <p:nvSpPr>
          <p:cNvPr id="6" name="Marcador de posición de contenido 5"/>
          <p:cNvSpPr>
            <a:spLocks noGrp="1"/>
          </p:cNvSpPr>
          <p:nvPr>
            <p:ph sz="quarter" idx="4" hasCustomPrompt="1"/>
          </p:nvPr>
        </p:nvSpPr>
        <p:spPr>
          <a:xfrm>
            <a:off x="6172200" y="3073397"/>
            <a:ext cx="4875210" cy="2717801"/>
          </a:xfrm>
        </p:spPr>
        <p:txBody>
          <a:bodyPr rtlCol="0"/>
          <a:lstStyle/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2550BC4-1DD7-42C5-AEE4-96F7F79285D7}" type="datetime1">
              <a:rPr lang="es-ES" noProof="0" smtClean="0"/>
              <a:pPr rtl="0"/>
              <a:t>27/03/2026</a:t>
            </a:fld>
            <a:endParaRPr lang="es-ES" noProof="0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40820541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7AB6CF5-77ED-4FF9-AAF8-52C3AF46E3D9}" type="datetime1">
              <a:rPr lang="es-ES" noProof="0" smtClean="0"/>
              <a:pPr rtl="0"/>
              <a:t>27/03/2026</a:t>
            </a:fld>
            <a:endParaRPr lang="es-ES" noProof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5" name="Marcador de posición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9566226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3074DD3-B4C2-4A96-8300-79DD1DCFF12A}" type="datetime1">
              <a:rPr lang="es-ES" noProof="0" smtClean="0"/>
              <a:pPr rtl="0"/>
              <a:t>27/03/2026</a:t>
            </a:fld>
            <a:endParaRPr lang="es-ES" noProof="0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4841419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posición de contenido 2"/>
          <p:cNvSpPr>
            <a:spLocks noGrp="1"/>
          </p:cNvSpPr>
          <p:nvPr>
            <p:ph idx="1" hasCustomPrompt="1"/>
          </p:nvPr>
        </p:nvSpPr>
        <p:spPr>
          <a:xfrm>
            <a:off x="5156200" y="592666"/>
            <a:ext cx="5891209" cy="5198534"/>
          </a:xfrm>
        </p:spPr>
        <p:txBody>
          <a:bodyPr rtlCol="0" anchor="ctr"/>
          <a:lstStyle/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posición de texto 3"/>
          <p:cNvSpPr>
            <a:spLocks noGrp="1"/>
          </p:cNvSpPr>
          <p:nvPr>
            <p:ph type="body" sz="half" idx="2" hasCustomPrompt="1"/>
          </p:nvPr>
        </p:nvSpPr>
        <p:spPr>
          <a:xfrm>
            <a:off x="1146705" y="2249486"/>
            <a:ext cx="3856037" cy="3541714"/>
          </a:xfrm>
        </p:spPr>
        <p:txBody>
          <a:bodyPr rtlCol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es-ES" noProof="0"/>
              <a:t>Editar estilos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24D0B20-C8B4-43BB-AD01-62F210BF3AA3}" type="datetime1">
              <a:rPr lang="es-ES" noProof="0" smtClean="0"/>
              <a:pPr rtl="0"/>
              <a:t>27/03/2026</a:t>
            </a:fld>
            <a:endParaRPr lang="es-ES" noProof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0694011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ley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posición de imagen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4" name="Marcador de posición de texto 3"/>
          <p:cNvSpPr>
            <a:spLocks noGrp="1"/>
          </p:cNvSpPr>
          <p:nvPr>
            <p:ph type="body" sz="half" idx="2" hasCustomPrompt="1"/>
          </p:nvPr>
        </p:nvSpPr>
        <p:spPr>
          <a:xfrm>
            <a:off x="1141410" y="2249486"/>
            <a:ext cx="5934511" cy="3541714"/>
          </a:xfrm>
        </p:spPr>
        <p:txBody>
          <a:bodyPr rtlCol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es-ES" noProof="0"/>
              <a:t>Editar estilos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F1807E4-B9D9-419C-89FE-7ED2FA492EAC}" type="datetime1">
              <a:rPr lang="es-ES" noProof="0" smtClean="0"/>
              <a:pPr rtl="0"/>
              <a:t>27/03/2026</a:t>
            </a:fld>
            <a:endParaRPr lang="es-ES" noProof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7942556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ley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rtlCol="0" anchor="b">
            <a:normAutofit/>
          </a:bodyPr>
          <a:lstStyle>
            <a:lvl1pPr>
              <a:defRPr sz="3200"/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posición de imagen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 rtl="0">
              <a:buNone/>
            </a:pPr>
            <a:r>
              <a:rPr lang="es-ES" noProof="0"/>
              <a:t>Haga clic en el icono para agregar una imagen</a:t>
            </a:r>
          </a:p>
        </p:txBody>
      </p:sp>
      <p:sp>
        <p:nvSpPr>
          <p:cNvPr id="4" name="Marcador de posición de texto 3"/>
          <p:cNvSpPr>
            <a:spLocks noGrp="1"/>
          </p:cNvSpPr>
          <p:nvPr>
            <p:ph type="body" sz="half" idx="2" hasCustomPrompt="1"/>
          </p:nvPr>
        </p:nvSpPr>
        <p:spPr>
          <a:xfrm>
            <a:off x="1141364" y="5124020"/>
            <a:ext cx="9910859" cy="682472"/>
          </a:xfrm>
        </p:spPr>
        <p:txBody>
          <a:bodyPr rtlCol="0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es-ES" noProof="0"/>
              <a:t>Editar estilos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8C4A89A-6E40-4DEC-A31D-8D0BA4D0C19B}" type="datetime1">
              <a:rPr lang="es-ES" noProof="0" smtClean="0"/>
              <a:pPr rtl="0"/>
              <a:t>27/03/2026</a:t>
            </a:fld>
            <a:endParaRPr lang="es-ES" noProof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1532846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ley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rtlCol="0" anchor="ctr">
            <a:normAutofit/>
          </a:bodyPr>
          <a:lstStyle>
            <a:lvl1pPr>
              <a:defRPr sz="3600"/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4" name="Marcador de posición de texto 3"/>
          <p:cNvSpPr>
            <a:spLocks noGrp="1"/>
          </p:cNvSpPr>
          <p:nvPr>
            <p:ph type="body" sz="half" idx="2" hasCustomPrompt="1"/>
          </p:nvPr>
        </p:nvSpPr>
        <p:spPr>
          <a:xfrm>
            <a:off x="1141410" y="4419599"/>
            <a:ext cx="9904459" cy="1371599"/>
          </a:xfrm>
        </p:spPr>
        <p:txBody>
          <a:bodyPr rtlCol="0"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es-ES" noProof="0"/>
              <a:t>Editar estilos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8CCAC9A-50FA-453B-A5A1-664F834320F1}" type="datetime1">
              <a:rPr lang="es-ES" noProof="0" smtClean="0"/>
              <a:pPr rtl="0"/>
              <a:t>27/03/2026</a:t>
            </a:fld>
            <a:endParaRPr lang="es-ES" noProof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5424546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rtlCol="0" anchor="ctr">
            <a:normAutofit/>
          </a:bodyPr>
          <a:lstStyle>
            <a:lvl1pPr>
              <a:defRPr sz="3600"/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12" name="Marcador de posición de texto 3"/>
          <p:cNvSpPr>
            <a:spLocks noGrp="1"/>
          </p:cNvSpPr>
          <p:nvPr>
            <p:ph type="body" sz="half" idx="13" hasCustomPrompt="1"/>
          </p:nvPr>
        </p:nvSpPr>
        <p:spPr>
          <a:xfrm>
            <a:off x="1720644" y="3365557"/>
            <a:ext cx="8752299" cy="548968"/>
          </a:xfrm>
        </p:spPr>
        <p:txBody>
          <a:bodyPr rtlCol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es-ES" noProof="0"/>
              <a:t>Editar estilos de texto del patrón</a:t>
            </a:r>
          </a:p>
        </p:txBody>
      </p:sp>
      <p:sp>
        <p:nvSpPr>
          <p:cNvPr id="4" name="Marcador de posición de texto 3"/>
          <p:cNvSpPr>
            <a:spLocks noGrp="1"/>
          </p:cNvSpPr>
          <p:nvPr>
            <p:ph type="body" sz="half" idx="2" hasCustomPrompt="1"/>
          </p:nvPr>
        </p:nvSpPr>
        <p:spPr>
          <a:xfrm>
            <a:off x="1141411" y="4309919"/>
            <a:ext cx="9906002" cy="1489496"/>
          </a:xfrm>
        </p:spPr>
        <p:txBody>
          <a:bodyPr rtlCol="0"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es-ES" noProof="0"/>
              <a:t>Editar estilos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FA96A25-A1A1-4951-AA35-C0B05EF039E3}" type="datetime1">
              <a:rPr lang="es-ES" noProof="0" smtClean="0"/>
              <a:pPr rtl="0"/>
              <a:t>27/03/2026</a:t>
            </a:fld>
            <a:endParaRPr lang="es-ES" noProof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es-ES" noProof="0" smtClean="0"/>
              <a:pPr rtl="0"/>
              <a:t>‹Nº›</a:t>
            </a:fld>
            <a:endParaRPr lang="es-ES" noProof="0"/>
          </a:p>
        </p:txBody>
      </p:sp>
      <p:sp>
        <p:nvSpPr>
          <p:cNvPr id="60" name="Cuadro de texto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 rtl="0"/>
            <a:r>
              <a:rPr lang="es-ES" sz="8000" noProof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Cuadro de texto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 rtl="0"/>
            <a:r>
              <a:rPr lang="es-ES" sz="8000" noProof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052723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rtlCol="0" anchor="b">
            <a:normAutofit/>
          </a:bodyPr>
          <a:lstStyle>
            <a:lvl1pPr>
              <a:defRPr sz="3600"/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4" name="Marcador de posición de texto 3"/>
          <p:cNvSpPr>
            <a:spLocks noGrp="1"/>
          </p:cNvSpPr>
          <p:nvPr>
            <p:ph type="body" sz="half" idx="2" hasCustomPrompt="1"/>
          </p:nvPr>
        </p:nvSpPr>
        <p:spPr>
          <a:xfrm>
            <a:off x="1141364" y="4657655"/>
            <a:ext cx="9904505" cy="1140644"/>
          </a:xfrm>
        </p:spPr>
        <p:txBody>
          <a:bodyPr rtlCol="0"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es-ES" noProof="0"/>
              <a:t>Editar estilos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05C997B-94A4-4371-AF12-483312E12549}" type="datetime1">
              <a:rPr lang="es-ES" noProof="0" smtClean="0"/>
              <a:pPr rtl="0"/>
              <a:t>27/03/2026</a:t>
            </a:fld>
            <a:endParaRPr lang="es-ES" noProof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405531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ítulo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7" name="Marcador de posición de texto 2"/>
          <p:cNvSpPr>
            <a:spLocks noGrp="1"/>
          </p:cNvSpPr>
          <p:nvPr>
            <p:ph type="body" idx="1" hasCustomPrompt="1"/>
          </p:nvPr>
        </p:nvSpPr>
        <p:spPr>
          <a:xfrm>
            <a:off x="1141410" y="2674463"/>
            <a:ext cx="3196899" cy="685800"/>
          </a:xfrm>
        </p:spPr>
        <p:txBody>
          <a:bodyPr rtlCol="0"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Editar estilos de texto del patrón</a:t>
            </a:r>
          </a:p>
        </p:txBody>
      </p:sp>
      <p:sp>
        <p:nvSpPr>
          <p:cNvPr id="8" name="Marcador de posición de texto 3"/>
          <p:cNvSpPr>
            <a:spLocks noGrp="1"/>
          </p:cNvSpPr>
          <p:nvPr>
            <p:ph type="body" sz="half" idx="15" hasCustomPrompt="1"/>
          </p:nvPr>
        </p:nvSpPr>
        <p:spPr>
          <a:xfrm>
            <a:off x="1127918" y="3360263"/>
            <a:ext cx="3208735" cy="2430936"/>
          </a:xfrm>
        </p:spPr>
        <p:txBody>
          <a:bodyPr rtlCol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s-ES" noProof="0"/>
              <a:t>Editar estilos de texto del patrón</a:t>
            </a:r>
          </a:p>
        </p:txBody>
      </p:sp>
      <p:sp>
        <p:nvSpPr>
          <p:cNvPr id="9" name="Marcador de posición de texto 4"/>
          <p:cNvSpPr>
            <a:spLocks noGrp="1"/>
          </p:cNvSpPr>
          <p:nvPr>
            <p:ph type="body" sz="quarter" idx="3" hasCustomPrompt="1"/>
          </p:nvPr>
        </p:nvSpPr>
        <p:spPr>
          <a:xfrm>
            <a:off x="4514766" y="2677635"/>
            <a:ext cx="3184385" cy="685800"/>
          </a:xfrm>
        </p:spPr>
        <p:txBody>
          <a:bodyPr rtlCol="0"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Editar estilos de texto del patrón</a:t>
            </a:r>
          </a:p>
        </p:txBody>
      </p:sp>
      <p:sp>
        <p:nvSpPr>
          <p:cNvPr id="10" name="Marcador de posición de texto 3"/>
          <p:cNvSpPr>
            <a:spLocks noGrp="1"/>
          </p:cNvSpPr>
          <p:nvPr>
            <p:ph type="body" sz="half" idx="16" hasCustomPrompt="1"/>
          </p:nvPr>
        </p:nvSpPr>
        <p:spPr>
          <a:xfrm>
            <a:off x="4504213" y="3363435"/>
            <a:ext cx="3195830" cy="2430936"/>
          </a:xfrm>
        </p:spPr>
        <p:txBody>
          <a:bodyPr rtlCol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s-ES" noProof="0"/>
              <a:t>Editar estilos de texto del patrón</a:t>
            </a:r>
          </a:p>
        </p:txBody>
      </p:sp>
      <p:sp>
        <p:nvSpPr>
          <p:cNvPr id="11" name="Marcador de posición de texto 4"/>
          <p:cNvSpPr>
            <a:spLocks noGrp="1"/>
          </p:cNvSpPr>
          <p:nvPr>
            <p:ph type="body" sz="quarter" idx="13" hasCustomPrompt="1"/>
          </p:nvPr>
        </p:nvSpPr>
        <p:spPr>
          <a:xfrm>
            <a:off x="7852442" y="2674463"/>
            <a:ext cx="3194968" cy="685800"/>
          </a:xfrm>
        </p:spPr>
        <p:txBody>
          <a:bodyPr rtlCol="0"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Editar estilos de texto del patrón</a:t>
            </a:r>
          </a:p>
        </p:txBody>
      </p:sp>
      <p:sp>
        <p:nvSpPr>
          <p:cNvPr id="12" name="Marcador de posición de texto 3"/>
          <p:cNvSpPr>
            <a:spLocks noGrp="1"/>
          </p:cNvSpPr>
          <p:nvPr>
            <p:ph type="body" sz="half" idx="17" hasCustomPrompt="1"/>
          </p:nvPr>
        </p:nvSpPr>
        <p:spPr>
          <a:xfrm>
            <a:off x="7852442" y="3360263"/>
            <a:ext cx="3194968" cy="2430936"/>
          </a:xfrm>
        </p:spPr>
        <p:txBody>
          <a:bodyPr rtlCol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s-ES" noProof="0"/>
              <a:t>Editar estilos de texto del patrón</a:t>
            </a:r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F7A9720-1EE6-4D5E-A5BF-D4060F8DE7CF}" type="datetime1">
              <a:rPr lang="es-ES" noProof="0" smtClean="0"/>
              <a:pPr rtl="0"/>
              <a:t>27/03/2026</a:t>
            </a:fld>
            <a:endParaRPr lang="es-ES" noProof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5" name="Marcador de posición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42696050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ítulo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19" name="Marcador de posición de texto 2"/>
          <p:cNvSpPr>
            <a:spLocks noGrp="1"/>
          </p:cNvSpPr>
          <p:nvPr>
            <p:ph type="body" idx="1" hasCustomPrompt="1"/>
          </p:nvPr>
        </p:nvSpPr>
        <p:spPr>
          <a:xfrm>
            <a:off x="1141413" y="4404596"/>
            <a:ext cx="3195240" cy="576262"/>
          </a:xfrm>
        </p:spPr>
        <p:txBody>
          <a:bodyPr rtlCol="0"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Editar estilos de texto del patrón</a:t>
            </a:r>
          </a:p>
        </p:txBody>
      </p:sp>
      <p:sp>
        <p:nvSpPr>
          <p:cNvPr id="20" name="Marcador de posición de imagen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 rtl="0">
              <a:buNone/>
            </a:pPr>
            <a:r>
              <a:rPr lang="es-ES" noProof="0"/>
              <a:t>Haga clic en el icono para agregar una imagen</a:t>
            </a:r>
          </a:p>
        </p:txBody>
      </p:sp>
      <p:sp>
        <p:nvSpPr>
          <p:cNvPr id="21" name="Marcador de posición de texto 3"/>
          <p:cNvSpPr>
            <a:spLocks noGrp="1"/>
          </p:cNvSpPr>
          <p:nvPr>
            <p:ph type="body" sz="half" idx="18" hasCustomPrompt="1"/>
          </p:nvPr>
        </p:nvSpPr>
        <p:spPr>
          <a:xfrm>
            <a:off x="1141413" y="4980858"/>
            <a:ext cx="3195240" cy="817843"/>
          </a:xfrm>
        </p:spPr>
        <p:txBody>
          <a:bodyPr rtlCol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s-ES" noProof="0"/>
              <a:t>Editar estilos de texto del patrón</a:t>
            </a:r>
          </a:p>
        </p:txBody>
      </p:sp>
      <p:sp>
        <p:nvSpPr>
          <p:cNvPr id="22" name="Marcador de posición de texto 4"/>
          <p:cNvSpPr>
            <a:spLocks noGrp="1"/>
          </p:cNvSpPr>
          <p:nvPr>
            <p:ph type="body" sz="quarter" idx="3" hasCustomPrompt="1"/>
          </p:nvPr>
        </p:nvSpPr>
        <p:spPr>
          <a:xfrm>
            <a:off x="4489053" y="4404596"/>
            <a:ext cx="3200400" cy="576262"/>
          </a:xfrm>
        </p:spPr>
        <p:txBody>
          <a:bodyPr rtlCol="0"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Editar estilos de texto del patrón</a:t>
            </a:r>
          </a:p>
        </p:txBody>
      </p:sp>
      <p:sp>
        <p:nvSpPr>
          <p:cNvPr id="23" name="Marcador de posición de imagen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 rtl="0">
              <a:buNone/>
            </a:pPr>
            <a:r>
              <a:rPr lang="es-ES" noProof="0"/>
              <a:t>Haga clic en el icono para agregar una imagen</a:t>
            </a:r>
          </a:p>
        </p:txBody>
      </p:sp>
      <p:sp>
        <p:nvSpPr>
          <p:cNvPr id="24" name="Marcador de posición de texto 3"/>
          <p:cNvSpPr>
            <a:spLocks noGrp="1"/>
          </p:cNvSpPr>
          <p:nvPr>
            <p:ph type="body" sz="half" idx="19" hasCustomPrompt="1"/>
          </p:nvPr>
        </p:nvSpPr>
        <p:spPr>
          <a:xfrm>
            <a:off x="4487593" y="4980857"/>
            <a:ext cx="3200400" cy="810342"/>
          </a:xfrm>
        </p:spPr>
        <p:txBody>
          <a:bodyPr rtlCol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s-ES" noProof="0"/>
              <a:t>Editar estilos de texto del patrón</a:t>
            </a:r>
          </a:p>
        </p:txBody>
      </p:sp>
      <p:sp>
        <p:nvSpPr>
          <p:cNvPr id="25" name="Marcador de posición de texto 4"/>
          <p:cNvSpPr>
            <a:spLocks noGrp="1"/>
          </p:cNvSpPr>
          <p:nvPr>
            <p:ph type="body" sz="quarter" idx="13" hasCustomPrompt="1"/>
          </p:nvPr>
        </p:nvSpPr>
        <p:spPr>
          <a:xfrm>
            <a:off x="7852567" y="4404595"/>
            <a:ext cx="3190741" cy="576262"/>
          </a:xfrm>
        </p:spPr>
        <p:txBody>
          <a:bodyPr rtlCol="0"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Editar estilos de texto del patrón</a:t>
            </a:r>
          </a:p>
        </p:txBody>
      </p:sp>
      <p:sp>
        <p:nvSpPr>
          <p:cNvPr id="26" name="Marcador de posición de imagen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 rtl="0">
              <a:buNone/>
            </a:pPr>
            <a:r>
              <a:rPr lang="es-ES" noProof="0"/>
              <a:t>Haga clic en el icono para agregar una imagen</a:t>
            </a:r>
          </a:p>
        </p:txBody>
      </p:sp>
      <p:sp>
        <p:nvSpPr>
          <p:cNvPr id="27" name="Marcador de posición de texto 3"/>
          <p:cNvSpPr>
            <a:spLocks noGrp="1"/>
          </p:cNvSpPr>
          <p:nvPr>
            <p:ph type="body" sz="half" idx="20" hasCustomPrompt="1"/>
          </p:nvPr>
        </p:nvSpPr>
        <p:spPr>
          <a:xfrm>
            <a:off x="7852442" y="4980854"/>
            <a:ext cx="3194968" cy="810345"/>
          </a:xfrm>
        </p:spPr>
        <p:txBody>
          <a:bodyPr rtlCol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s-ES" noProof="0"/>
              <a:t>Editar estilos de texto del patrón</a:t>
            </a:r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DBAA0C9-03DE-4F7E-9E82-3790C686D72B}" type="datetime1">
              <a:rPr lang="es-ES" noProof="0" smtClean="0"/>
              <a:pPr rtl="0"/>
              <a:t>27/03/2026</a:t>
            </a:fld>
            <a:endParaRPr lang="es-ES" noProof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5" name="Marcador de posición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8201607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posición de texto vertical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 rtlCol="0" anchor="t"/>
          <a:lstStyle/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ECACA7D-22A4-4E66-8FBE-CC5DD02FB4DF}" type="datetime1">
              <a:rPr lang="es-ES" noProof="0" smtClean="0"/>
              <a:pPr rtl="0"/>
              <a:t>27/03/2026</a:t>
            </a:fld>
            <a:endParaRPr lang="es-ES" noProof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6360534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posición de texto vertical 2"/>
          <p:cNvSpPr>
            <a:spLocks noGrp="1"/>
          </p:cNvSpPr>
          <p:nvPr>
            <p:ph type="body" orient="vert" idx="1" hasCustomPrompt="1"/>
          </p:nvPr>
        </p:nvSpPr>
        <p:spPr>
          <a:xfrm>
            <a:off x="1141410" y="609599"/>
            <a:ext cx="7748590" cy="5181601"/>
          </a:xfrm>
        </p:spPr>
        <p:txBody>
          <a:bodyPr vert="eaVert" rtlCol="0"/>
          <a:lstStyle/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7958C13-3C2F-4635-87DB-06CB8F496D80}" type="datetime1">
              <a:rPr lang="es-ES" noProof="0" smtClean="0"/>
              <a:pPr rtl="0"/>
              <a:t>27/03/2026</a:t>
            </a:fld>
            <a:endParaRPr lang="es-ES" noProof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1870629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upo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upo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ángulo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AR"/>
              </a:p>
            </p:txBody>
          </p:sp>
          <p:sp>
            <p:nvSpPr>
              <p:cNvPr id="22" name="Forma libre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AR"/>
              </a:p>
            </p:txBody>
          </p:sp>
          <p:sp>
            <p:nvSpPr>
              <p:cNvPr id="23" name="Forma libre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AR"/>
              </a:p>
            </p:txBody>
          </p:sp>
          <p:sp>
            <p:nvSpPr>
              <p:cNvPr id="24" name="Forma libre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AR"/>
              </a:p>
            </p:txBody>
          </p:sp>
          <p:sp>
            <p:nvSpPr>
              <p:cNvPr id="25" name="Forma libre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AR"/>
              </a:p>
            </p:txBody>
          </p:sp>
          <p:sp>
            <p:nvSpPr>
              <p:cNvPr id="26" name="Forma libre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AR"/>
              </a:p>
            </p:txBody>
          </p:sp>
          <p:sp>
            <p:nvSpPr>
              <p:cNvPr id="27" name="Forma libre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AR"/>
              </a:p>
            </p:txBody>
          </p:sp>
          <p:sp>
            <p:nvSpPr>
              <p:cNvPr id="28" name="Forma libre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AR"/>
              </a:p>
            </p:txBody>
          </p:sp>
          <p:sp>
            <p:nvSpPr>
              <p:cNvPr id="29" name="Forma libre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AR"/>
              </a:p>
            </p:txBody>
          </p:sp>
          <p:sp>
            <p:nvSpPr>
              <p:cNvPr id="30" name="Forma libre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AR"/>
              </a:p>
            </p:txBody>
          </p:sp>
          <p:sp>
            <p:nvSpPr>
              <p:cNvPr id="31" name="Forma libre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AR"/>
              </a:p>
            </p:txBody>
          </p:sp>
          <p:sp>
            <p:nvSpPr>
              <p:cNvPr id="32" name="Línea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s-AR"/>
              </a:p>
            </p:txBody>
          </p:sp>
          <p:sp>
            <p:nvSpPr>
              <p:cNvPr id="33" name="Forma libre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AR"/>
              </a:p>
            </p:txBody>
          </p:sp>
          <p:sp>
            <p:nvSpPr>
              <p:cNvPr id="34" name="Forma libre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AR"/>
              </a:p>
            </p:txBody>
          </p:sp>
          <p:sp>
            <p:nvSpPr>
              <p:cNvPr id="35" name="Forma libre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AR"/>
              </a:p>
            </p:txBody>
          </p:sp>
          <p:sp>
            <p:nvSpPr>
              <p:cNvPr id="36" name="Forma libre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AR"/>
              </a:p>
            </p:txBody>
          </p:sp>
          <p:sp>
            <p:nvSpPr>
              <p:cNvPr id="37" name="Rectángulo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AR"/>
              </a:p>
            </p:txBody>
          </p:sp>
          <p:sp>
            <p:nvSpPr>
              <p:cNvPr id="38" name="Forma libre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AR"/>
              </a:p>
            </p:txBody>
          </p:sp>
          <p:sp>
            <p:nvSpPr>
              <p:cNvPr id="39" name="Forma libre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AR"/>
              </a:p>
            </p:txBody>
          </p:sp>
          <p:sp>
            <p:nvSpPr>
              <p:cNvPr id="40" name="Forma libre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AR"/>
              </a:p>
            </p:txBody>
          </p:sp>
          <p:sp>
            <p:nvSpPr>
              <p:cNvPr id="41" name="Forma libre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AR"/>
              </a:p>
            </p:txBody>
          </p:sp>
          <p:sp>
            <p:nvSpPr>
              <p:cNvPr id="42" name="Forma libre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AR"/>
              </a:p>
            </p:txBody>
          </p:sp>
          <p:sp>
            <p:nvSpPr>
              <p:cNvPr id="43" name="Forma libre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AR"/>
              </a:p>
            </p:txBody>
          </p:sp>
          <p:sp>
            <p:nvSpPr>
              <p:cNvPr id="44" name="Forma libre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AR"/>
              </a:p>
            </p:txBody>
          </p:sp>
          <p:sp>
            <p:nvSpPr>
              <p:cNvPr id="45" name="Forma libre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AR"/>
              </a:p>
            </p:txBody>
          </p:sp>
          <p:sp>
            <p:nvSpPr>
              <p:cNvPr id="46" name="Forma libre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AR"/>
              </a:p>
            </p:txBody>
          </p:sp>
          <p:sp>
            <p:nvSpPr>
              <p:cNvPr id="47" name="Forma libre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AR"/>
              </a:p>
            </p:txBody>
          </p:sp>
        </p:grpSp>
        <p:grpSp>
          <p:nvGrpSpPr>
            <p:cNvPr id="10" name="Grupo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orma libre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AR"/>
              </a:p>
            </p:txBody>
          </p:sp>
          <p:sp>
            <p:nvSpPr>
              <p:cNvPr id="12" name="Forma libre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AR"/>
              </a:p>
            </p:txBody>
          </p:sp>
          <p:sp>
            <p:nvSpPr>
              <p:cNvPr id="13" name="Forma libre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AR"/>
              </a:p>
            </p:txBody>
          </p:sp>
          <p:sp>
            <p:nvSpPr>
              <p:cNvPr id="14" name="Forma libre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AR"/>
              </a:p>
            </p:txBody>
          </p:sp>
          <p:sp>
            <p:nvSpPr>
              <p:cNvPr id="15" name="Forma libre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AR"/>
              </a:p>
            </p:txBody>
          </p:sp>
          <p:sp>
            <p:nvSpPr>
              <p:cNvPr id="16" name="Forma libre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AR"/>
              </a:p>
            </p:txBody>
          </p:sp>
          <p:sp>
            <p:nvSpPr>
              <p:cNvPr id="17" name="Forma libre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AR"/>
              </a:p>
            </p:txBody>
          </p:sp>
          <p:sp>
            <p:nvSpPr>
              <p:cNvPr id="18" name="Forma libre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AR"/>
              </a:p>
            </p:txBody>
          </p:sp>
          <p:sp>
            <p:nvSpPr>
              <p:cNvPr id="19" name="Forma libre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AR"/>
              </a:p>
            </p:txBody>
          </p:sp>
          <p:sp>
            <p:nvSpPr>
              <p:cNvPr id="20" name="Rectángulo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AR"/>
              </a:p>
            </p:txBody>
          </p:sp>
        </p:grpSp>
      </p:grpSp>
      <p:sp>
        <p:nvSpPr>
          <p:cNvPr id="2" name="Marcador de posición de título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endParaRPr lang="es-ES" noProof="0"/>
          </a:p>
        </p:txBody>
      </p:sp>
      <p:sp>
        <p:nvSpPr>
          <p:cNvPr id="3" name="Marcador de posición de texto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es-ES" noProof="0" dirty="0"/>
              <a:t>Editar estilos de texto del patrón</a:t>
            </a:r>
          </a:p>
          <a:p>
            <a:pPr lvl="1" rtl="0"/>
            <a:r>
              <a:rPr lang="es-ES" noProof="0" dirty="0"/>
              <a:t>Segundo nivel</a:t>
            </a:r>
          </a:p>
          <a:p>
            <a:pPr lvl="2" rtl="0"/>
            <a:r>
              <a:rPr lang="es-ES" noProof="0" dirty="0"/>
              <a:t>Tercer nivel</a:t>
            </a:r>
          </a:p>
          <a:p>
            <a:pPr lvl="3" rtl="0"/>
            <a:r>
              <a:rPr lang="es-ES" noProof="0" dirty="0"/>
              <a:t>Cuarto nivel</a:t>
            </a:r>
          </a:p>
          <a:p>
            <a:pPr lvl="4" rtl="0"/>
            <a:r>
              <a:rPr lang="es-ES" noProof="0" dirty="0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04295C3A-E926-46B8-ADEB-3C84EE47C3D7}" type="datetime1">
              <a:rPr lang="es-ES" noProof="0" smtClean="0"/>
              <a:pPr rtl="0"/>
              <a:t>27/03/2026</a:t>
            </a:fld>
            <a:endParaRPr lang="es-ES" noProof="0"/>
          </a:p>
        </p:txBody>
      </p:sp>
      <p:sp>
        <p:nvSpPr>
          <p:cNvPr id="5" name="Marcador de posición de pie de página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endParaRPr lang="es-ES" noProof="0"/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6D22F896-40B5-4ADD-8801-0D06FADFA095}" type="slidenum">
              <a:rPr lang="es-ES" noProof="0" smtClean="0"/>
              <a:pPr rtl="0"/>
              <a:t>‹Nº›</a:t>
            </a:fld>
            <a:endParaRPr lang="es-ES" noProof="0"/>
          </a:p>
        </p:txBody>
      </p:sp>
      <p:sp>
        <p:nvSpPr>
          <p:cNvPr id="48" name="MSIPCMContentMarking" descr="{&quot;HashCode&quot;:-424964394,&quot;Placement&quot;:&quot;Footer&quot;,&quot;Top&quot;:520.3781,&quot;Left&quot;:874.774353,&quot;SlideWidth&quot;:960,&quot;SlideHeight&quot;:540}">
            <a:extLst>
              <a:ext uri="{FF2B5EF4-FFF2-40B4-BE49-F238E27FC236}">
                <a16:creationId xmlns:a16="http://schemas.microsoft.com/office/drawing/2014/main" id="{5148D79D-2288-4911-A6C3-302C258E17D7}"/>
              </a:ext>
            </a:extLst>
          </p:cNvPr>
          <p:cNvSpPr txBox="1"/>
          <p:nvPr userDrawn="1"/>
        </p:nvSpPr>
        <p:spPr>
          <a:xfrm>
            <a:off x="11109634" y="6608802"/>
            <a:ext cx="1082366" cy="24919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es-AR" sz="1000">
                <a:solidFill>
                  <a:srgbClr val="000000"/>
                </a:solidFill>
                <a:latin typeface="Arial" panose="020B0604020202020204" pitchFamily="34" charset="0"/>
              </a:rPr>
              <a:t>Confidential C</a:t>
            </a:r>
          </a:p>
        </p:txBody>
      </p:sp>
    </p:spTree>
    <p:extLst>
      <p:ext uri="{BB962C8B-B14F-4D97-AF65-F5344CB8AC3E}">
        <p14:creationId xmlns:p14="http://schemas.microsoft.com/office/powerpoint/2010/main" val="376098732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  <p:sldLayoutId id="2147483682" r:id="rId13"/>
    <p:sldLayoutId id="2147483683" r:id="rId14"/>
    <p:sldLayoutId id="2147483684" r:id="rId15"/>
    <p:sldLayoutId id="2147483685" r:id="rId16"/>
    <p:sldLayoutId id="2147483686" r:id="rId1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bmp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68D3E5-C7A3-47DF-A374-46BF83A699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97972" y="-1197006"/>
            <a:ext cx="10004438" cy="2387600"/>
          </a:xfrm>
        </p:spPr>
        <p:txBody>
          <a:bodyPr rtlCol="0">
            <a:normAutofit/>
          </a:bodyPr>
          <a:lstStyle/>
          <a:p>
            <a:pPr algn="ctr" rtl="0"/>
            <a:r>
              <a:rPr lang="es-ES" sz="5400" dirty="0">
                <a:solidFill>
                  <a:schemeClr val="bg1">
                    <a:lumMod val="95000"/>
                    <a:lumOff val="5000"/>
                  </a:schemeClr>
                </a:solidFill>
                <a:latin typeface="Rockwell" panose="02060603020205020403" pitchFamily="18" charset="0"/>
              </a:rPr>
              <a:t>Técnicas digitales i</a:t>
            </a:r>
          </a:p>
        </p:txBody>
      </p:sp>
      <p:grpSp>
        <p:nvGrpSpPr>
          <p:cNvPr id="15" name="Grupo 14">
            <a:extLst>
              <a:ext uri="{FF2B5EF4-FFF2-40B4-BE49-F238E27FC236}">
                <a16:creationId xmlns:a16="http://schemas.microsoft.com/office/drawing/2014/main" id="{AD364013-054B-8BD1-08B8-F7BDA1B99605}"/>
              </a:ext>
            </a:extLst>
          </p:cNvPr>
          <p:cNvGrpSpPr/>
          <p:nvPr/>
        </p:nvGrpSpPr>
        <p:grpSpPr>
          <a:xfrm>
            <a:off x="6482078" y="6261332"/>
            <a:ext cx="4827281" cy="400110"/>
            <a:chOff x="6482078" y="6261332"/>
            <a:chExt cx="4827281" cy="400110"/>
          </a:xfrm>
        </p:grpSpPr>
        <p:sp>
          <p:nvSpPr>
            <p:cNvPr id="6" name="2 CuadroTexto">
              <a:extLst>
                <a:ext uri="{FF2B5EF4-FFF2-40B4-BE49-F238E27FC236}">
                  <a16:creationId xmlns:a16="http://schemas.microsoft.com/office/drawing/2014/main" id="{2E0E8BDC-AAE6-445E-9977-4E700D700A3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026636" y="6261332"/>
              <a:ext cx="128272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s-ES" altLang="es-AR" sz="2000" dirty="0"/>
                <a:t>Año 2026</a:t>
              </a:r>
            </a:p>
          </p:txBody>
        </p:sp>
        <p:sp>
          <p:nvSpPr>
            <p:cNvPr id="7" name="2 CuadroTexto">
              <a:extLst>
                <a:ext uri="{FF2B5EF4-FFF2-40B4-BE49-F238E27FC236}">
                  <a16:creationId xmlns:a16="http://schemas.microsoft.com/office/drawing/2014/main" id="{BC7850E5-29D2-44D4-9830-BD32D60293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82078" y="6261332"/>
              <a:ext cx="4012637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s-ES" altLang="es-AR" sz="2000" dirty="0"/>
                <a:t>Esp. Ing. Marcelo Casasnovas     </a:t>
              </a:r>
            </a:p>
          </p:txBody>
        </p:sp>
      </p:grpSp>
      <p:pic>
        <p:nvPicPr>
          <p:cNvPr id="4" name="Imagen 3">
            <a:extLst>
              <a:ext uri="{FF2B5EF4-FFF2-40B4-BE49-F238E27FC236}">
                <a16:creationId xmlns:a16="http://schemas.microsoft.com/office/drawing/2014/main" id="{EECDED34-A45E-480F-BFB3-DE91F90C49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96025" y="196558"/>
            <a:ext cx="1528065" cy="617998"/>
          </a:xfrm>
          <a:prstGeom prst="rect">
            <a:avLst/>
          </a:prstGeom>
        </p:spPr>
      </p:pic>
      <p:sp>
        <p:nvSpPr>
          <p:cNvPr id="8" name="Título 1">
            <a:extLst>
              <a:ext uri="{FF2B5EF4-FFF2-40B4-BE49-F238E27FC236}">
                <a16:creationId xmlns:a16="http://schemas.microsoft.com/office/drawing/2014/main" id="{68F0A3E1-1E7C-4616-8D5D-A361A6615F68}"/>
              </a:ext>
            </a:extLst>
          </p:cNvPr>
          <p:cNvSpPr txBox="1">
            <a:spLocks/>
          </p:cNvSpPr>
          <p:nvPr/>
        </p:nvSpPr>
        <p:spPr>
          <a:xfrm>
            <a:off x="1703140" y="1424052"/>
            <a:ext cx="8791575" cy="920092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ES" sz="5400" dirty="0">
                <a:latin typeface="Rockwell" panose="02060603020205020403" pitchFamily="18" charset="0"/>
              </a:rPr>
              <a:t>Minimización de funciones por álgebra de Boole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B6E9B86C-B1EA-FDE2-1A68-FB43593EEA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4385" y="2415382"/>
            <a:ext cx="6523230" cy="3609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93592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966406A9-B3BF-C2C6-2FC3-82DDF4D439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703" y="623496"/>
            <a:ext cx="10526594" cy="5611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93592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C8935E40-BE3D-AAB5-20CE-C0913301EB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466" y="552048"/>
            <a:ext cx="10517068" cy="5753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93592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2FBFF64E-999F-F9E7-000D-8D1DA2AF94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940" y="575864"/>
            <a:ext cx="10536120" cy="5706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03001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75A8C670-57F9-1ED4-C078-829780537D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887" y="575864"/>
            <a:ext cx="10574226" cy="5706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29950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CCBFD1DE-B871-3D0F-3822-1457DCAE0B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229" y="566338"/>
            <a:ext cx="10507541" cy="5725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59190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76151928-0F06-7F43-1DCC-DE45661433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940" y="575864"/>
            <a:ext cx="10536120" cy="5706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37281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02BC12D1-9363-7837-87F6-2C05E5E8AA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229" y="575864"/>
            <a:ext cx="10507541" cy="5706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13780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523E571B-095D-DA51-9DCF-C5303C4080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940" y="599680"/>
            <a:ext cx="10536120" cy="5658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75567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9EB8F108-74D7-8C33-1DAB-21B1A766B6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650" y="590154"/>
            <a:ext cx="10564699" cy="5677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58059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E8F453BC-038F-1160-A76D-BC35876E6D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3176" y="628259"/>
            <a:ext cx="10545647" cy="5601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67901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AEC360FF-9A8E-3EFF-A848-711E6C90AE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887" y="594917"/>
            <a:ext cx="10574226" cy="5668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03170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DB6CE4-2B13-4715-B5B2-615A55922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9971" y="2852268"/>
            <a:ext cx="6826930" cy="1478570"/>
          </a:xfrm>
        </p:spPr>
        <p:txBody>
          <a:bodyPr rtlCol="0">
            <a:normAutofit/>
          </a:bodyPr>
          <a:lstStyle/>
          <a:p>
            <a:pPr rtl="0"/>
            <a:r>
              <a:rPr lang="es-ES" sz="4400" dirty="0">
                <a:latin typeface="Rockwell" panose="02060603020205020403" pitchFamily="18" charset="0"/>
              </a:rPr>
              <a:t>PREGUNTAS ?????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E01763F6-821C-3447-A727-346234E475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4480" y="498424"/>
            <a:ext cx="2606880" cy="6193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841091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o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Circuit">
      <a:majorFont>
        <a:latin typeface="Tw Cen M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30478299_TF77815013" id="{8FD947F4-9C84-4D31-9A71-50EF00CCFDB1}" vid="{F3634BA7-4789-48F2-AC63-487E7207BC10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fd1c0902-ed92-4fed-896d-2e7725de02d4}" enabled="1" method="Standard" siteId="{d6b0bbee-7cd9-4d60-bce6-4a67b543e2ae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Ciclo problema - solución </Template>
  <TotalTime>60541</TotalTime>
  <Words>33</Words>
  <Application>Microsoft Office PowerPoint</Application>
  <PresentationFormat>Panorámica</PresentationFormat>
  <Paragraphs>18</Paragraphs>
  <Slides>13</Slides>
  <Notes>13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8" baseType="lpstr">
      <vt:lpstr>Arial</vt:lpstr>
      <vt:lpstr>Calibri</vt:lpstr>
      <vt:lpstr>Rockwell</vt:lpstr>
      <vt:lpstr>Tw Cen MT</vt:lpstr>
      <vt:lpstr>Circuito</vt:lpstr>
      <vt:lpstr>Técnicas digitales i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PREGUNTAS ?????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Técnicas Digitales I</dc:title>
  <dc:creator>CASANOVAS Marcelo (renexter)</dc:creator>
  <cp:lastModifiedBy>CASASNOVAS Marcelo</cp:lastModifiedBy>
  <cp:revision>286</cp:revision>
  <dcterms:created xsi:type="dcterms:W3CDTF">2021-03-22T14:31:44Z</dcterms:created>
  <dcterms:modified xsi:type="dcterms:W3CDTF">2026-04-01T13:01:25Z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d1c0902-ed92-4fed-896d-2e7725de02d4_Enabled">
    <vt:lpwstr>true</vt:lpwstr>
  </property>
  <property fmtid="{D5CDD505-2E9C-101B-9397-08002B2CF9AE}" pid="3" name="MSIP_Label_fd1c0902-ed92-4fed-896d-2e7725de02d4_SetDate">
    <vt:lpwstr>2021-06-16T16:55:41Z</vt:lpwstr>
  </property>
  <property fmtid="{D5CDD505-2E9C-101B-9397-08002B2CF9AE}" pid="4" name="MSIP_Label_fd1c0902-ed92-4fed-896d-2e7725de02d4_Method">
    <vt:lpwstr>Standard</vt:lpwstr>
  </property>
  <property fmtid="{D5CDD505-2E9C-101B-9397-08002B2CF9AE}" pid="5" name="MSIP_Label_fd1c0902-ed92-4fed-896d-2e7725de02d4_Name">
    <vt:lpwstr>Anyone (not protected)</vt:lpwstr>
  </property>
  <property fmtid="{D5CDD505-2E9C-101B-9397-08002B2CF9AE}" pid="6" name="MSIP_Label_fd1c0902-ed92-4fed-896d-2e7725de02d4_SiteId">
    <vt:lpwstr>d6b0bbee-7cd9-4d60-bce6-4a67b543e2ae</vt:lpwstr>
  </property>
  <property fmtid="{D5CDD505-2E9C-101B-9397-08002B2CF9AE}" pid="7" name="MSIP_Label_fd1c0902-ed92-4fed-896d-2e7725de02d4_ActionId">
    <vt:lpwstr>d7187694-3248-4df7-9d1d-24d3511917bc</vt:lpwstr>
  </property>
  <property fmtid="{D5CDD505-2E9C-101B-9397-08002B2CF9AE}" pid="8" name="MSIP_Label_fd1c0902-ed92-4fed-896d-2e7725de02d4_ContentBits">
    <vt:lpwstr>2</vt:lpwstr>
  </property>
</Properties>
</file>