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3" r:id="rId3"/>
    <p:sldId id="264" r:id="rId4"/>
    <p:sldId id="265" r:id="rId5"/>
    <p:sldId id="266" r:id="rId6"/>
    <p:sldId id="267" r:id="rId7"/>
    <p:sldId id="268" r:id="rId8"/>
    <p:sldId id="270" r:id="rId9"/>
    <p:sldId id="271" r:id="rId10"/>
  </p:sldIdLst>
  <p:sldSz cx="9144000" cy="6858000" type="screen4x3"/>
  <p:notesSz cx="6858000" cy="9144000"/>
  <p:defaultTextStyle>
    <a:defPPr>
      <a:defRPr lang="es-A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8FFFF"/>
    <a:srgbClr val="9696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34587" autoAdjust="0"/>
    <p:restoredTop sz="94713" autoAdjust="0"/>
  </p:normalViewPr>
  <p:slideViewPr>
    <p:cSldViewPr>
      <p:cViewPr varScale="1">
        <p:scale>
          <a:sx n="61" d="100"/>
          <a:sy n="61" d="100"/>
        </p:scale>
        <p:origin x="72" y="109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836303-8D6F-4CF9-A7BF-DBA46A2FFC5D}" type="datetimeFigureOut">
              <a:rPr lang="es-AR"/>
              <a:pPr>
                <a:defRPr/>
              </a:pPr>
              <a:t>4/5/2021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8C2B02-AD21-475F-8054-96C87B3F2151}" type="slidenum">
              <a:rPr lang="es-AR"/>
              <a:pPr>
                <a:defRPr/>
              </a:pPr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EBBEF0-E2BC-4FA5-AA6C-C6C94F5602BC}" type="datetimeFigureOut">
              <a:rPr lang="es-AR"/>
              <a:pPr>
                <a:defRPr/>
              </a:pPr>
              <a:t>4/5/2021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5FD6A5-DECF-4135-BF90-C748D5B0200A}" type="slidenum">
              <a:rPr lang="es-AR"/>
              <a:pPr>
                <a:defRPr/>
              </a:pPr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3FC39C-A6DD-4AF6-A26A-FBCEC9FD5BB0}" type="datetimeFigureOut">
              <a:rPr lang="es-AR"/>
              <a:pPr>
                <a:defRPr/>
              </a:pPr>
              <a:t>4/5/2021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C5DBFD-5377-4082-8FE4-4D729A3F0056}" type="slidenum">
              <a:rPr lang="es-AR"/>
              <a:pPr>
                <a:defRPr/>
              </a:pPr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F60A3D-68FA-445B-A63D-3C1AB79FE52E}" type="datetimeFigureOut">
              <a:rPr lang="es-AR"/>
              <a:pPr>
                <a:defRPr/>
              </a:pPr>
              <a:t>4/5/2021</a:t>
            </a:fld>
            <a:endParaRPr lang="es-AR"/>
          </a:p>
        </p:txBody>
      </p:sp>
      <p:sp>
        <p:nvSpPr>
          <p:cNvPr id="6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7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A9A413-8D17-4F76-97FB-D073ABFDC77E}" type="slidenum">
              <a:rPr lang="es-AR"/>
              <a:pPr>
                <a:defRPr/>
              </a:pPr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7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18057E-58DD-411D-9F63-85015BFC0CC8}" type="datetimeFigureOut">
              <a:rPr lang="es-AR"/>
              <a:pPr>
                <a:defRPr/>
              </a:pPr>
              <a:t>4/5/2021</a:t>
            </a:fld>
            <a:endParaRPr lang="es-AR"/>
          </a:p>
        </p:txBody>
      </p:sp>
      <p:sp>
        <p:nvSpPr>
          <p:cNvPr id="8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9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49A7BA-DCA6-41CC-8B14-79DF7BDE637B}" type="slidenum">
              <a:rPr lang="es-AR"/>
              <a:pPr>
                <a:defRPr/>
              </a:pPr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7FF590-AF85-48A7-B448-F0BECBF7C70E}" type="datetimeFigureOut">
              <a:rPr lang="es-AR"/>
              <a:pPr>
                <a:defRPr/>
              </a:pPr>
              <a:t>4/5/2021</a:t>
            </a:fld>
            <a:endParaRPr lang="es-AR"/>
          </a:p>
        </p:txBody>
      </p:sp>
      <p:sp>
        <p:nvSpPr>
          <p:cNvPr id="4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5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F0ED78-EE55-4F2D-A72F-ECD1237ADF08}" type="slidenum">
              <a:rPr lang="es-AR"/>
              <a:pPr>
                <a:defRPr/>
              </a:pPr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FE637D-4E8B-44A1-9892-805334FB3B20}" type="datetimeFigureOut">
              <a:rPr lang="es-AR"/>
              <a:pPr>
                <a:defRPr/>
              </a:pPr>
              <a:t>4/5/2021</a:t>
            </a:fld>
            <a:endParaRPr lang="es-AR"/>
          </a:p>
        </p:txBody>
      </p:sp>
      <p:sp>
        <p:nvSpPr>
          <p:cNvPr id="3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4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785EEC-8506-437D-BF5C-F8BB48C378D9}" type="slidenum">
              <a:rPr lang="es-AR"/>
              <a:pPr>
                <a:defRPr/>
              </a:pPr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F3A12F-8971-4078-A71A-9EDFFFB5379A}" type="datetimeFigureOut">
              <a:rPr lang="es-AR"/>
              <a:pPr>
                <a:defRPr/>
              </a:pPr>
              <a:t>4/5/2021</a:t>
            </a:fld>
            <a:endParaRPr lang="es-AR"/>
          </a:p>
        </p:txBody>
      </p:sp>
      <p:sp>
        <p:nvSpPr>
          <p:cNvPr id="6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7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114F42-C266-40EB-A1D2-BF4F28FF1A2F}" type="slidenum">
              <a:rPr lang="es-AR"/>
              <a:pPr>
                <a:defRPr/>
              </a:pPr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s-ES" noProof="0" smtClean="0"/>
              <a:t>Haga clic en el icono para agregar una imagen</a:t>
            </a:r>
            <a:endParaRPr lang="es-AR" noProof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9D5612-E5F5-4FEE-B6AF-54F3D0F3EB04}" type="datetimeFigureOut">
              <a:rPr lang="es-AR"/>
              <a:pPr>
                <a:defRPr/>
              </a:pPr>
              <a:t>4/5/2021</a:t>
            </a:fld>
            <a:endParaRPr lang="es-AR"/>
          </a:p>
        </p:txBody>
      </p:sp>
      <p:sp>
        <p:nvSpPr>
          <p:cNvPr id="6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7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7175E9-D35A-4C1D-9A41-D8771EDC9292}" type="slidenum">
              <a:rPr lang="es-AR"/>
              <a:pPr>
                <a:defRPr/>
              </a:pPr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A30D86-6316-4019-82E5-4600938A0610}" type="datetimeFigureOut">
              <a:rPr lang="es-AR"/>
              <a:pPr>
                <a:defRPr/>
              </a:pPr>
              <a:t>4/5/2021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244352-3829-43B0-A7D5-F66A7E62D3B1}" type="slidenum">
              <a:rPr lang="es-AR"/>
              <a:pPr>
                <a:defRPr/>
              </a:pPr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1CF8E9-280C-42D9-BB4C-5983F9FF6F50}" type="datetimeFigureOut">
              <a:rPr lang="es-AR"/>
              <a:pPr>
                <a:defRPr/>
              </a:pPr>
              <a:t>4/5/2021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204820-D51E-413E-AFE7-F60CEE0FA9A3}" type="slidenum">
              <a:rPr lang="es-AR"/>
              <a:pPr>
                <a:defRPr/>
              </a:pPr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1 Marcador de título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smtClean="0"/>
              <a:t>Haga clic para modificar el estilo de título del patrón</a:t>
            </a:r>
            <a:endParaRPr lang="es-AR" smtClean="0"/>
          </a:p>
        </p:txBody>
      </p:sp>
      <p:sp>
        <p:nvSpPr>
          <p:cNvPr id="1027" name="2 Marcador de texto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 smtClean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044A9A8-C424-487A-8E45-5F7FB71B8188}" type="datetimeFigureOut">
              <a:rPr lang="es-AR"/>
              <a:pPr>
                <a:defRPr/>
              </a:pPr>
              <a:t>4/5/2021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9973B51B-9198-4E3F-8B15-817C7408C111}" type="slidenum">
              <a:rPr lang="es-AR"/>
              <a:pPr>
                <a:defRPr/>
              </a:pPr>
              <a:t>‹Nº›</a:t>
            </a:fld>
            <a:endParaRPr lang="es-A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1.jpeg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14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9 Grupo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4" name="3 Rectángulo"/>
            <p:cNvSpPr/>
            <p:nvPr/>
          </p:nvSpPr>
          <p:spPr>
            <a:xfrm>
              <a:off x="0" y="0"/>
              <a:ext cx="8001000" cy="10668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5" name="4 Rectángulo"/>
            <p:cNvSpPr/>
            <p:nvPr/>
          </p:nvSpPr>
          <p:spPr>
            <a:xfrm>
              <a:off x="8001000" y="0"/>
              <a:ext cx="1143000" cy="3810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7" name="6 Rectángulo"/>
            <p:cNvSpPr/>
            <p:nvPr/>
          </p:nvSpPr>
          <p:spPr>
            <a:xfrm>
              <a:off x="0" y="6781800"/>
              <a:ext cx="8001000" cy="762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8" name="7 Rectángulo"/>
            <p:cNvSpPr/>
            <p:nvPr/>
          </p:nvSpPr>
          <p:spPr>
            <a:xfrm>
              <a:off x="8001000" y="6781800"/>
              <a:ext cx="1143000" cy="762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</p:grpSp>
      <p:sp>
        <p:nvSpPr>
          <p:cNvPr id="2051" name="Line 3"/>
          <p:cNvSpPr>
            <a:spLocks noChangeShapeType="1"/>
          </p:cNvSpPr>
          <p:nvPr>
            <p:custDataLst>
              <p:tags r:id="rId1"/>
            </p:custDataLst>
          </p:nvPr>
        </p:nvSpPr>
        <p:spPr bwMode="auto">
          <a:xfrm>
            <a:off x="685800" y="3581400"/>
            <a:ext cx="7620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s-AR"/>
          </a:p>
        </p:txBody>
      </p:sp>
      <p:sp>
        <p:nvSpPr>
          <p:cNvPr id="2052" name="Text Box 4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800" y="3167063"/>
            <a:ext cx="2738438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i="1">
                <a:latin typeface="Times New Roman" pitchFamily="18" charset="0"/>
              </a:rPr>
              <a:t>Técnicas Digitales I </a:t>
            </a:r>
            <a:endParaRPr lang="en-GB" sz="2400" i="1">
              <a:latin typeface="Times New Roman" pitchFamily="18" charset="0"/>
            </a:endParaRPr>
          </a:p>
        </p:txBody>
      </p:sp>
      <p:sp>
        <p:nvSpPr>
          <p:cNvPr id="2053" name="Text Box 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189663" y="3595688"/>
            <a:ext cx="212725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latin typeface="Times New Roman" pitchFamily="18" charset="0"/>
              </a:rPr>
              <a:t>Luis Eduardo Toledo</a:t>
            </a:r>
            <a:endParaRPr lang="en-GB">
              <a:latin typeface="Times New Roman" pitchFamily="18" charset="0"/>
            </a:endParaRPr>
          </a:p>
        </p:txBody>
      </p:sp>
      <p:sp>
        <p:nvSpPr>
          <p:cNvPr id="20" name="Rectangle 2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01600" y="101600"/>
            <a:ext cx="7772400" cy="88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GB" sz="2400" kern="0" smtClean="0">
                <a:solidFill>
                  <a:srgbClr val="000000"/>
                </a:solidFill>
                <a:latin typeface="Arial Black"/>
                <a:ea typeface="+mj-ea"/>
                <a:cs typeface="Arial"/>
              </a:rPr>
              <a:t>IMPLEMENTACIÓN </a:t>
            </a:r>
            <a:r>
              <a:rPr lang="en-GB" sz="2400" kern="0" dirty="0" smtClean="0">
                <a:solidFill>
                  <a:srgbClr val="000000"/>
                </a:solidFill>
                <a:latin typeface="Arial Black"/>
                <a:ea typeface="+mj-ea"/>
                <a:cs typeface="Arial"/>
              </a:rPr>
              <a:t>NAND-NOR</a:t>
            </a:r>
            <a:endParaRPr lang="en-GB" sz="2400" kern="0" dirty="0">
              <a:solidFill>
                <a:srgbClr val="000000"/>
              </a:solidFill>
              <a:latin typeface="Arial Black"/>
              <a:ea typeface="+mj-ea"/>
              <a:cs typeface="Arial"/>
            </a:endParaRPr>
          </a:p>
        </p:txBody>
      </p:sp>
      <p:pic>
        <p:nvPicPr>
          <p:cNvPr id="2055" name="Picture 3" descr="D:\Luis\Facultad\UTN\240px-UTN_logo.jp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8027988" y="5732463"/>
            <a:ext cx="1116012" cy="1014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9 Grupo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4" name="3 Rectángulo"/>
            <p:cNvSpPr/>
            <p:nvPr/>
          </p:nvSpPr>
          <p:spPr>
            <a:xfrm>
              <a:off x="0" y="0"/>
              <a:ext cx="8001000" cy="10668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5" name="4 Rectángulo"/>
            <p:cNvSpPr/>
            <p:nvPr/>
          </p:nvSpPr>
          <p:spPr>
            <a:xfrm>
              <a:off x="8001000" y="0"/>
              <a:ext cx="1143000" cy="3810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7" name="6 Rectángulo"/>
            <p:cNvSpPr/>
            <p:nvPr/>
          </p:nvSpPr>
          <p:spPr>
            <a:xfrm>
              <a:off x="0" y="6781800"/>
              <a:ext cx="8001000" cy="762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8" name="7 Rectángulo"/>
            <p:cNvSpPr/>
            <p:nvPr/>
          </p:nvSpPr>
          <p:spPr>
            <a:xfrm>
              <a:off x="8001000" y="6781800"/>
              <a:ext cx="1143000" cy="762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</p:grpSp>
      <p:sp>
        <p:nvSpPr>
          <p:cNvPr id="20" name="Rectangle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1600" y="101600"/>
            <a:ext cx="7772400" cy="88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GB" sz="2400" kern="0" dirty="0" smtClean="0">
                <a:solidFill>
                  <a:srgbClr val="000000"/>
                </a:solidFill>
                <a:latin typeface="Arial Black"/>
                <a:ea typeface="+mj-ea"/>
                <a:cs typeface="Arial"/>
              </a:rPr>
              <a:t>OPERACIONES LÓGICAS CON COMPUERTAS </a:t>
            </a:r>
            <a:r>
              <a:rPr lang="en-GB" sz="2400" kern="0" dirty="0" smtClean="0">
                <a:solidFill>
                  <a:srgbClr val="FFC000"/>
                </a:solidFill>
                <a:latin typeface="Arial Black"/>
                <a:ea typeface="+mj-ea"/>
                <a:cs typeface="Arial"/>
              </a:rPr>
              <a:t>NAND</a:t>
            </a:r>
            <a:r>
              <a:rPr lang="en-GB" sz="2400" kern="0" dirty="0" smtClean="0">
                <a:solidFill>
                  <a:srgbClr val="000000"/>
                </a:solidFill>
                <a:latin typeface="Arial Black"/>
                <a:ea typeface="+mj-ea"/>
                <a:cs typeface="Arial"/>
              </a:rPr>
              <a:t> </a:t>
            </a:r>
            <a:endParaRPr lang="en-GB" sz="2400" kern="0" dirty="0">
              <a:solidFill>
                <a:srgbClr val="000000"/>
              </a:solidFill>
              <a:latin typeface="Arial Black"/>
              <a:ea typeface="+mj-ea"/>
              <a:cs typeface="Arial"/>
            </a:endParaRPr>
          </a:p>
        </p:txBody>
      </p:sp>
      <p:pic>
        <p:nvPicPr>
          <p:cNvPr id="3076" name="Picture 3" descr="D:\Luis\Facultad\UTN\240px-UTN_logo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027988" y="5732463"/>
            <a:ext cx="1116012" cy="1014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347788" y="1647825"/>
            <a:ext cx="6448425" cy="3562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9 Grupo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4" name="3 Rectángulo"/>
            <p:cNvSpPr/>
            <p:nvPr/>
          </p:nvSpPr>
          <p:spPr>
            <a:xfrm>
              <a:off x="0" y="0"/>
              <a:ext cx="8001000" cy="10668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5" name="4 Rectángulo"/>
            <p:cNvSpPr/>
            <p:nvPr/>
          </p:nvSpPr>
          <p:spPr>
            <a:xfrm>
              <a:off x="8001000" y="0"/>
              <a:ext cx="1143000" cy="3810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7" name="6 Rectángulo"/>
            <p:cNvSpPr/>
            <p:nvPr/>
          </p:nvSpPr>
          <p:spPr>
            <a:xfrm>
              <a:off x="0" y="6781800"/>
              <a:ext cx="8001000" cy="762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8" name="7 Rectángulo"/>
            <p:cNvSpPr/>
            <p:nvPr/>
          </p:nvSpPr>
          <p:spPr>
            <a:xfrm>
              <a:off x="8001000" y="6781800"/>
              <a:ext cx="1143000" cy="762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</p:grpSp>
      <p:sp>
        <p:nvSpPr>
          <p:cNvPr id="20" name="Rectangle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1600" y="101600"/>
            <a:ext cx="7772400" cy="88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GB" sz="2400" kern="0" dirty="0" smtClean="0">
                <a:solidFill>
                  <a:srgbClr val="000000"/>
                </a:solidFill>
                <a:latin typeface="Arial Black"/>
                <a:ea typeface="+mj-ea"/>
                <a:cs typeface="Arial"/>
              </a:rPr>
              <a:t>DOS SÍMBOLOS LÓGICOS PARA LA COMPUERTA NAND </a:t>
            </a:r>
            <a:endParaRPr lang="en-GB" sz="2400" kern="0" dirty="0">
              <a:solidFill>
                <a:srgbClr val="000000"/>
              </a:solidFill>
              <a:latin typeface="Arial Black"/>
              <a:ea typeface="+mj-ea"/>
              <a:cs typeface="Arial"/>
            </a:endParaRPr>
          </a:p>
        </p:txBody>
      </p:sp>
      <p:pic>
        <p:nvPicPr>
          <p:cNvPr id="3076" name="Picture 3" descr="D:\Luis\Facultad\UTN\240px-UTN_logo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027988" y="5732463"/>
            <a:ext cx="1116012" cy="1014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00050" y="2671763"/>
            <a:ext cx="8343900" cy="151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9 Grupo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4" name="3 Rectángulo"/>
            <p:cNvSpPr/>
            <p:nvPr/>
          </p:nvSpPr>
          <p:spPr>
            <a:xfrm>
              <a:off x="0" y="0"/>
              <a:ext cx="8001000" cy="10668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5" name="4 Rectángulo"/>
            <p:cNvSpPr/>
            <p:nvPr/>
          </p:nvSpPr>
          <p:spPr>
            <a:xfrm>
              <a:off x="8001000" y="0"/>
              <a:ext cx="1143000" cy="3810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7" name="6 Rectángulo"/>
            <p:cNvSpPr/>
            <p:nvPr/>
          </p:nvSpPr>
          <p:spPr>
            <a:xfrm>
              <a:off x="0" y="6781800"/>
              <a:ext cx="8001000" cy="762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8" name="7 Rectángulo"/>
            <p:cNvSpPr/>
            <p:nvPr/>
          </p:nvSpPr>
          <p:spPr>
            <a:xfrm>
              <a:off x="8001000" y="6781800"/>
              <a:ext cx="1143000" cy="762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</p:grpSp>
      <p:sp>
        <p:nvSpPr>
          <p:cNvPr id="20" name="Rectangle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1600" y="101600"/>
            <a:ext cx="7772400" cy="88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GB" sz="2400" kern="0" dirty="0" smtClean="0">
                <a:solidFill>
                  <a:srgbClr val="000000"/>
                </a:solidFill>
                <a:latin typeface="Arial Black"/>
                <a:ea typeface="+mj-ea"/>
                <a:cs typeface="Arial"/>
              </a:rPr>
              <a:t>TRES FORMAS PARA IMPLEMENTAR LA FUNCIÓN F= A.B+C.D </a:t>
            </a:r>
            <a:endParaRPr lang="en-GB" sz="2400" kern="0" dirty="0">
              <a:solidFill>
                <a:srgbClr val="000000"/>
              </a:solidFill>
              <a:latin typeface="Arial Black"/>
              <a:ea typeface="+mj-ea"/>
              <a:cs typeface="Arial"/>
            </a:endParaRPr>
          </a:p>
        </p:txBody>
      </p:sp>
      <p:pic>
        <p:nvPicPr>
          <p:cNvPr id="3076" name="Picture 3" descr="D:\Luis\Facultad\UTN\240px-UTN_logo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027988" y="5732463"/>
            <a:ext cx="1116012" cy="1014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101725" y="1727200"/>
            <a:ext cx="6940550" cy="340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9 Grupo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4" name="3 Rectángulo"/>
            <p:cNvSpPr/>
            <p:nvPr/>
          </p:nvSpPr>
          <p:spPr>
            <a:xfrm>
              <a:off x="0" y="0"/>
              <a:ext cx="8001000" cy="10668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5" name="4 Rectángulo"/>
            <p:cNvSpPr/>
            <p:nvPr/>
          </p:nvSpPr>
          <p:spPr>
            <a:xfrm>
              <a:off x="8001000" y="0"/>
              <a:ext cx="1143000" cy="3810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7" name="6 Rectángulo"/>
            <p:cNvSpPr/>
            <p:nvPr/>
          </p:nvSpPr>
          <p:spPr>
            <a:xfrm>
              <a:off x="0" y="6781800"/>
              <a:ext cx="8001000" cy="762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8" name="7 Rectángulo"/>
            <p:cNvSpPr/>
            <p:nvPr/>
          </p:nvSpPr>
          <p:spPr>
            <a:xfrm>
              <a:off x="8001000" y="6781800"/>
              <a:ext cx="1143000" cy="762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</p:grpSp>
      <p:sp>
        <p:nvSpPr>
          <p:cNvPr id="20" name="Rectangle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1600" y="101600"/>
            <a:ext cx="7772400" cy="88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GB" sz="2400" kern="0" dirty="0" smtClean="0">
                <a:solidFill>
                  <a:srgbClr val="000000"/>
                </a:solidFill>
                <a:latin typeface="Arial Black"/>
                <a:ea typeface="+mj-ea"/>
                <a:cs typeface="Arial"/>
              </a:rPr>
              <a:t>EJEMPLO DE IMPLEMENTACIÓN DE UNA FUNCIÓN USANDO NAND </a:t>
            </a:r>
            <a:endParaRPr lang="en-GB" sz="2400" kern="0" dirty="0">
              <a:solidFill>
                <a:srgbClr val="000000"/>
              </a:solidFill>
              <a:latin typeface="Arial Black"/>
              <a:ea typeface="+mj-ea"/>
              <a:cs typeface="Arial"/>
            </a:endParaRPr>
          </a:p>
        </p:txBody>
      </p:sp>
      <p:pic>
        <p:nvPicPr>
          <p:cNvPr id="3076" name="Picture 3" descr="D:\Luis\Facultad\UTN\240px-UTN_logo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027988" y="5732463"/>
            <a:ext cx="1116012" cy="1014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411760" y="1304764"/>
            <a:ext cx="3457575" cy="43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971600" y="2008150"/>
            <a:ext cx="6616700" cy="412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9 Grupo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4" name="3 Rectángulo"/>
            <p:cNvSpPr/>
            <p:nvPr/>
          </p:nvSpPr>
          <p:spPr>
            <a:xfrm>
              <a:off x="0" y="0"/>
              <a:ext cx="8001000" cy="10668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5" name="4 Rectángulo"/>
            <p:cNvSpPr/>
            <p:nvPr/>
          </p:nvSpPr>
          <p:spPr>
            <a:xfrm>
              <a:off x="8001000" y="0"/>
              <a:ext cx="1143000" cy="3810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7" name="6 Rectángulo"/>
            <p:cNvSpPr/>
            <p:nvPr/>
          </p:nvSpPr>
          <p:spPr>
            <a:xfrm>
              <a:off x="0" y="6781800"/>
              <a:ext cx="8001000" cy="762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8" name="7 Rectángulo"/>
            <p:cNvSpPr/>
            <p:nvPr/>
          </p:nvSpPr>
          <p:spPr>
            <a:xfrm>
              <a:off x="8001000" y="6781800"/>
              <a:ext cx="1143000" cy="762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</p:grpSp>
      <p:sp>
        <p:nvSpPr>
          <p:cNvPr id="20" name="Rectangle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1600" y="101600"/>
            <a:ext cx="7772400" cy="88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GB" sz="2400" kern="0" dirty="0" smtClean="0">
                <a:solidFill>
                  <a:srgbClr val="000000"/>
                </a:solidFill>
                <a:latin typeface="Arial Black"/>
                <a:ea typeface="+mj-ea"/>
                <a:cs typeface="Arial"/>
              </a:rPr>
              <a:t>OTRO EJEMPLO DE IMPLEMENTACIÓN DE UNA FUNCIÓN USANDO NAND </a:t>
            </a:r>
            <a:endParaRPr lang="en-GB" sz="2400" kern="0" dirty="0">
              <a:solidFill>
                <a:srgbClr val="000000"/>
              </a:solidFill>
              <a:latin typeface="Arial Black"/>
              <a:ea typeface="+mj-ea"/>
              <a:cs typeface="Arial"/>
            </a:endParaRPr>
          </a:p>
        </p:txBody>
      </p:sp>
      <p:pic>
        <p:nvPicPr>
          <p:cNvPr id="3076" name="Picture 3" descr="D:\Luis\Facultad\UTN\240px-UTN_logo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027988" y="5732463"/>
            <a:ext cx="1116012" cy="1014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714600" y="1340768"/>
            <a:ext cx="3657600" cy="43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043608" y="1898290"/>
            <a:ext cx="6292850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9 Grupo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4" name="3 Rectángulo"/>
            <p:cNvSpPr/>
            <p:nvPr/>
          </p:nvSpPr>
          <p:spPr>
            <a:xfrm>
              <a:off x="0" y="0"/>
              <a:ext cx="8001000" cy="10668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5" name="4 Rectángulo"/>
            <p:cNvSpPr/>
            <p:nvPr/>
          </p:nvSpPr>
          <p:spPr>
            <a:xfrm>
              <a:off x="8001000" y="0"/>
              <a:ext cx="1143000" cy="3810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7" name="6 Rectángulo"/>
            <p:cNvSpPr/>
            <p:nvPr/>
          </p:nvSpPr>
          <p:spPr>
            <a:xfrm>
              <a:off x="0" y="6781800"/>
              <a:ext cx="8001000" cy="762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8" name="7 Rectángulo"/>
            <p:cNvSpPr/>
            <p:nvPr/>
          </p:nvSpPr>
          <p:spPr>
            <a:xfrm>
              <a:off x="8001000" y="6781800"/>
              <a:ext cx="1143000" cy="762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</p:grpSp>
      <p:sp>
        <p:nvSpPr>
          <p:cNvPr id="20" name="Rectangle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1600" y="101600"/>
            <a:ext cx="7772400" cy="88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GB" sz="2400" kern="0" dirty="0" smtClean="0">
                <a:solidFill>
                  <a:srgbClr val="000000"/>
                </a:solidFill>
                <a:latin typeface="Arial Black"/>
                <a:ea typeface="+mj-ea"/>
                <a:cs typeface="Arial"/>
              </a:rPr>
              <a:t>OPERACIONES LÓGICAS CON COMPUERTAS </a:t>
            </a:r>
            <a:r>
              <a:rPr lang="en-GB" sz="2400" kern="0" dirty="0" smtClean="0">
                <a:solidFill>
                  <a:srgbClr val="FFC000"/>
                </a:solidFill>
                <a:latin typeface="Arial Black"/>
                <a:ea typeface="+mj-ea"/>
                <a:cs typeface="Arial"/>
              </a:rPr>
              <a:t>NOR</a:t>
            </a:r>
            <a:r>
              <a:rPr lang="en-GB" sz="2400" kern="0" dirty="0" smtClean="0">
                <a:solidFill>
                  <a:srgbClr val="000000"/>
                </a:solidFill>
                <a:latin typeface="Arial Black"/>
                <a:ea typeface="+mj-ea"/>
                <a:cs typeface="Arial"/>
              </a:rPr>
              <a:t> </a:t>
            </a:r>
            <a:endParaRPr lang="en-GB" sz="2400" kern="0" dirty="0">
              <a:solidFill>
                <a:srgbClr val="000000"/>
              </a:solidFill>
              <a:latin typeface="Arial Black"/>
              <a:ea typeface="+mj-ea"/>
              <a:cs typeface="Arial"/>
            </a:endParaRPr>
          </a:p>
        </p:txBody>
      </p:sp>
      <p:pic>
        <p:nvPicPr>
          <p:cNvPr id="3076" name="Picture 3" descr="D:\Luis\Facultad\UTN\240px-UTN_logo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027988" y="5732463"/>
            <a:ext cx="1116012" cy="1014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09650" y="1681163"/>
            <a:ext cx="7124700" cy="3495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9 Grupo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4" name="3 Rectángulo"/>
            <p:cNvSpPr/>
            <p:nvPr/>
          </p:nvSpPr>
          <p:spPr>
            <a:xfrm>
              <a:off x="0" y="0"/>
              <a:ext cx="8001000" cy="10668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5" name="4 Rectángulo"/>
            <p:cNvSpPr/>
            <p:nvPr/>
          </p:nvSpPr>
          <p:spPr>
            <a:xfrm>
              <a:off x="8001000" y="0"/>
              <a:ext cx="1143000" cy="3810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7" name="6 Rectángulo"/>
            <p:cNvSpPr/>
            <p:nvPr/>
          </p:nvSpPr>
          <p:spPr>
            <a:xfrm>
              <a:off x="0" y="6781800"/>
              <a:ext cx="8001000" cy="762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8" name="7 Rectángulo"/>
            <p:cNvSpPr/>
            <p:nvPr/>
          </p:nvSpPr>
          <p:spPr>
            <a:xfrm>
              <a:off x="8001000" y="6781800"/>
              <a:ext cx="1143000" cy="762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</p:grpSp>
      <p:sp>
        <p:nvSpPr>
          <p:cNvPr id="20" name="Rectangle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1600" y="101600"/>
            <a:ext cx="7772400" cy="88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GB" sz="2400" kern="0" dirty="0" smtClean="0">
                <a:solidFill>
                  <a:srgbClr val="000000"/>
                </a:solidFill>
                <a:latin typeface="Arial Black"/>
                <a:ea typeface="+mj-ea"/>
                <a:cs typeface="Arial"/>
              </a:rPr>
              <a:t>DOS SÍMBOLOS GRÁFICOS PARA REPRESENTAR LA COMPUERTA </a:t>
            </a:r>
            <a:r>
              <a:rPr lang="en-GB" sz="2400" kern="0" dirty="0" smtClean="0">
                <a:solidFill>
                  <a:srgbClr val="FFC000"/>
                </a:solidFill>
                <a:latin typeface="Arial Black"/>
                <a:ea typeface="+mj-ea"/>
                <a:cs typeface="Arial"/>
              </a:rPr>
              <a:t>NOR</a:t>
            </a:r>
            <a:r>
              <a:rPr lang="en-GB" sz="2400" kern="0" dirty="0" smtClean="0">
                <a:solidFill>
                  <a:srgbClr val="000000"/>
                </a:solidFill>
                <a:latin typeface="Arial Black"/>
                <a:ea typeface="+mj-ea"/>
                <a:cs typeface="Arial"/>
              </a:rPr>
              <a:t> </a:t>
            </a:r>
            <a:endParaRPr lang="en-GB" sz="2400" kern="0" dirty="0">
              <a:solidFill>
                <a:srgbClr val="000000"/>
              </a:solidFill>
              <a:latin typeface="Arial Black"/>
              <a:ea typeface="+mj-ea"/>
              <a:cs typeface="Arial"/>
            </a:endParaRPr>
          </a:p>
        </p:txBody>
      </p:sp>
      <p:pic>
        <p:nvPicPr>
          <p:cNvPr id="3076" name="Picture 3" descr="D:\Luis\Facultad\UTN\240px-UTN_logo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027988" y="5732463"/>
            <a:ext cx="1116012" cy="1014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0963" y="2738438"/>
            <a:ext cx="8982075" cy="1381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9 Grupo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4" name="3 Rectángulo"/>
            <p:cNvSpPr/>
            <p:nvPr/>
          </p:nvSpPr>
          <p:spPr>
            <a:xfrm>
              <a:off x="0" y="0"/>
              <a:ext cx="8001000" cy="10668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5" name="4 Rectángulo"/>
            <p:cNvSpPr/>
            <p:nvPr/>
          </p:nvSpPr>
          <p:spPr>
            <a:xfrm>
              <a:off x="8001000" y="0"/>
              <a:ext cx="1143000" cy="3810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7" name="6 Rectángulo"/>
            <p:cNvSpPr/>
            <p:nvPr/>
          </p:nvSpPr>
          <p:spPr>
            <a:xfrm>
              <a:off x="0" y="6781800"/>
              <a:ext cx="8001000" cy="762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8" name="7 Rectángulo"/>
            <p:cNvSpPr/>
            <p:nvPr/>
          </p:nvSpPr>
          <p:spPr>
            <a:xfrm>
              <a:off x="8001000" y="6781800"/>
              <a:ext cx="1143000" cy="762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</p:grpSp>
      <p:sp>
        <p:nvSpPr>
          <p:cNvPr id="20" name="Rectangle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1600" y="101600"/>
            <a:ext cx="7772400" cy="88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GB" sz="2400" kern="0" dirty="0" smtClean="0">
                <a:solidFill>
                  <a:srgbClr val="000000"/>
                </a:solidFill>
                <a:latin typeface="Arial Black"/>
                <a:ea typeface="+mj-ea"/>
                <a:cs typeface="Arial"/>
              </a:rPr>
              <a:t>EJEMPLOS DE IMPLEMENTACIÓN DE FUNCIONES USANDO COMPUERTAS </a:t>
            </a:r>
            <a:r>
              <a:rPr lang="en-GB" sz="2400" kern="0" dirty="0" smtClean="0">
                <a:solidFill>
                  <a:srgbClr val="FFC000"/>
                </a:solidFill>
                <a:latin typeface="Arial Black"/>
                <a:ea typeface="+mj-ea"/>
                <a:cs typeface="Arial"/>
              </a:rPr>
              <a:t>NOR</a:t>
            </a:r>
            <a:r>
              <a:rPr lang="en-GB" sz="2400" kern="0" dirty="0" smtClean="0">
                <a:solidFill>
                  <a:srgbClr val="000000"/>
                </a:solidFill>
                <a:latin typeface="Arial Black"/>
                <a:ea typeface="+mj-ea"/>
                <a:cs typeface="Arial"/>
              </a:rPr>
              <a:t> </a:t>
            </a:r>
            <a:endParaRPr lang="en-GB" sz="2400" kern="0" dirty="0">
              <a:solidFill>
                <a:srgbClr val="000000"/>
              </a:solidFill>
              <a:latin typeface="Arial Black"/>
              <a:ea typeface="+mj-ea"/>
              <a:cs typeface="Arial"/>
            </a:endParaRPr>
          </a:p>
        </p:txBody>
      </p:sp>
      <p:pic>
        <p:nvPicPr>
          <p:cNvPr id="3076" name="Picture 3" descr="D:\Luis\Facultad\UTN\240px-UTN_logo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027988" y="5732463"/>
            <a:ext cx="1116012" cy="1014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7504" y="1124744"/>
            <a:ext cx="2419350" cy="35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670684" y="1124744"/>
            <a:ext cx="5257800" cy="2495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07504" y="3537012"/>
            <a:ext cx="288607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4" name="Picture 6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41176" y="3929397"/>
            <a:ext cx="7315200" cy="284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1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1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1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1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heme/theme1.xml><?xml version="1.0" encoding="utf-8"?>
<a:theme xmlns:a="http://schemas.openxmlformats.org/drawingml/2006/main" name="UCC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UCC</Template>
  <TotalTime>2722</TotalTime>
  <Words>67</Words>
  <Application>Microsoft Office PowerPoint</Application>
  <PresentationFormat>Presentación en pantalla (4:3)</PresentationFormat>
  <Paragraphs>11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4" baseType="lpstr">
      <vt:lpstr>Arial</vt:lpstr>
      <vt:lpstr>Arial Black</vt:lpstr>
      <vt:lpstr>Calibri</vt:lpstr>
      <vt:lpstr>Times New Roman</vt:lpstr>
      <vt:lpstr>UCC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RevolucionUnattended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usuario</dc:creator>
  <cp:lastModifiedBy>Luis</cp:lastModifiedBy>
  <cp:revision>363</cp:revision>
  <dcterms:created xsi:type="dcterms:W3CDTF">2015-08-11T02:22:31Z</dcterms:created>
  <dcterms:modified xsi:type="dcterms:W3CDTF">2021-05-04T23:08:02Z</dcterms:modified>
</cp:coreProperties>
</file>